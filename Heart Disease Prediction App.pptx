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ig/rZo9RnVlNRBBab7bNeikHm3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F0302D-E928-4E1E-B700-9AC6324539CE}">
  <a:tblStyle styleId="{0BF0302D-E928-4E1E-B700-9AC6324539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regular.fntdata"/><Relationship Id="rId16" Type="http://schemas.openxmlformats.org/officeDocument/2006/relationships/slide" Target="slides/slide10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087619c3c5fdaa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087619c3c5fdaa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67d9c75e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67d9c75e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ec9770a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dec9770a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ec9770ad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dec9770ad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67d9c75e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d67d9c75e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0" name="Google Shape;60;p16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1" y="-1"/>
            <a:ext cx="9144002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" name="Google Shape;61;p16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</p:grpSpPr>
        <p:sp>
          <p:nvSpPr>
            <p:cNvPr id="62" name="Google Shape;62;p16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6"/>
            <p:cNvSpPr/>
            <p:nvPr/>
          </p:nvSpPr>
          <p:spPr>
            <a:xfrm>
              <a:off x="1128713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6"/>
            <p:cNvSpPr/>
            <p:nvPr/>
          </p:nvSpPr>
          <p:spPr>
            <a:xfrm>
              <a:off x="1123950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6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6"/>
            <p:cNvSpPr/>
            <p:nvPr/>
          </p:nvSpPr>
          <p:spPr>
            <a:xfrm>
              <a:off x="333375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6"/>
            <p:cNvSpPr/>
            <p:nvPr/>
          </p:nvSpPr>
          <p:spPr>
            <a:xfrm>
              <a:off x="190500" y="9525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8" name="Google Shape;68;p16"/>
            <p:cNvSpPr/>
            <p:nvPr/>
          </p:nvSpPr>
          <p:spPr>
            <a:xfrm>
              <a:off x="1290638" y="14288"/>
              <a:ext cx="376238" cy="1801813"/>
            </a:xfrm>
            <a:custGeom>
              <a:rect b="b" l="l" r="r" t="t"/>
              <a:pathLst>
                <a:path extrusionOk="0" h="1135" w="237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9" name="Google Shape;69;p16"/>
            <p:cNvSpPr/>
            <p:nvPr/>
          </p:nvSpPr>
          <p:spPr>
            <a:xfrm>
              <a:off x="1600200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6"/>
            <p:cNvSpPr/>
            <p:nvPr/>
          </p:nvSpPr>
          <p:spPr>
            <a:xfrm>
              <a:off x="1381125" y="9525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1" name="Google Shape;71;p16"/>
            <p:cNvSpPr/>
            <p:nvPr/>
          </p:nvSpPr>
          <p:spPr>
            <a:xfrm>
              <a:off x="1643063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2" name="Google Shape;72;p16"/>
            <p:cNvSpPr/>
            <p:nvPr/>
          </p:nvSpPr>
          <p:spPr>
            <a:xfrm>
              <a:off x="1685925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6"/>
            <p:cNvSpPr/>
            <p:nvPr/>
          </p:nvSpPr>
          <p:spPr>
            <a:xfrm>
              <a:off x="168592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6"/>
            <p:cNvSpPr/>
            <p:nvPr/>
          </p:nvSpPr>
          <p:spPr>
            <a:xfrm>
              <a:off x="1743075" y="4763"/>
              <a:ext cx="419100" cy="522288"/>
            </a:xfrm>
            <a:custGeom>
              <a:rect b="b" l="l" r="r" t="t"/>
              <a:pathLst>
                <a:path extrusionOk="0" h="329" w="264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5" name="Google Shape;75;p16"/>
            <p:cNvSpPr/>
            <p:nvPr/>
          </p:nvSpPr>
          <p:spPr>
            <a:xfrm>
              <a:off x="2119313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6"/>
            <p:cNvSpPr/>
            <p:nvPr/>
          </p:nvSpPr>
          <p:spPr>
            <a:xfrm>
              <a:off x="952500" y="4763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7" name="Google Shape;77;p16"/>
            <p:cNvSpPr/>
            <p:nvPr/>
          </p:nvSpPr>
          <p:spPr>
            <a:xfrm>
              <a:off x="8667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6"/>
            <p:cNvSpPr/>
            <p:nvPr/>
          </p:nvSpPr>
          <p:spPr>
            <a:xfrm>
              <a:off x="890588" y="15541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738188" y="5622925"/>
              <a:ext cx="338138" cy="1216025"/>
            </a:xfrm>
            <a:custGeom>
              <a:rect b="b" l="l" r="r" t="t"/>
              <a:pathLst>
                <a:path extrusionOk="0" h="766" w="213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0" name="Google Shape;80;p16"/>
            <p:cNvSpPr/>
            <p:nvPr/>
          </p:nvSpPr>
          <p:spPr>
            <a:xfrm>
              <a:off x="647700" y="5480050"/>
              <a:ext cx="157163" cy="157163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666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0" y="3897313"/>
              <a:ext cx="133350" cy="266700"/>
            </a:xfrm>
            <a:custGeom>
              <a:rect b="b" l="l" r="r" t="t"/>
              <a:pathLst>
                <a:path extrusionOk="0" h="168" w="84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3" name="Google Shape;83;p16"/>
            <p:cNvSpPr/>
            <p:nvPr/>
          </p:nvSpPr>
          <p:spPr>
            <a:xfrm>
              <a:off x="66675" y="414972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6"/>
            <p:cNvSpPr/>
            <p:nvPr/>
          </p:nvSpPr>
          <p:spPr>
            <a:xfrm>
              <a:off x="0" y="1644650"/>
              <a:ext cx="133350" cy="269875"/>
            </a:xfrm>
            <a:custGeom>
              <a:rect b="b" l="l" r="r" t="t"/>
              <a:pathLst>
                <a:path extrusionOk="0" h="170" w="84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5" name="Google Shape;85;p16"/>
            <p:cNvSpPr/>
            <p:nvPr/>
          </p:nvSpPr>
          <p:spPr>
            <a:xfrm>
              <a:off x="66675" y="146843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695325" y="4763"/>
              <a:ext cx="309563" cy="1558925"/>
            </a:xfrm>
            <a:custGeom>
              <a:rect b="b" l="l" r="r" t="t"/>
              <a:pathLst>
                <a:path extrusionOk="0" h="982" w="195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7" name="Google Shape;87;p16"/>
            <p:cNvSpPr/>
            <p:nvPr/>
          </p:nvSpPr>
          <p:spPr>
            <a:xfrm>
              <a:off x="57150" y="48815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138113" y="5060950"/>
              <a:ext cx="304800" cy="1778000"/>
            </a:xfrm>
            <a:custGeom>
              <a:rect b="b" l="l" r="r" t="t"/>
              <a:pathLst>
                <a:path extrusionOk="0" h="1120" w="192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9" name="Google Shape;89;p16"/>
            <p:cNvSpPr/>
            <p:nvPr/>
          </p:nvSpPr>
          <p:spPr>
            <a:xfrm>
              <a:off x="561975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76200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0" y="5978525"/>
              <a:ext cx="190500" cy="461963"/>
            </a:xfrm>
            <a:custGeom>
              <a:rect b="b" l="l" r="r" t="t"/>
              <a:pathLst>
                <a:path extrusionOk="0" h="291" w="12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3" name="Google Shape;93;p16"/>
            <p:cNvSpPr/>
            <p:nvPr/>
          </p:nvSpPr>
          <p:spPr>
            <a:xfrm>
              <a:off x="1014413" y="1801813"/>
              <a:ext cx="214313" cy="755650"/>
            </a:xfrm>
            <a:custGeom>
              <a:rect b="b" l="l" r="r" t="t"/>
              <a:pathLst>
                <a:path extrusionOk="0" h="476" w="135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4" name="Google Shape;94;p16"/>
            <p:cNvSpPr/>
            <p:nvPr/>
          </p:nvSpPr>
          <p:spPr>
            <a:xfrm>
              <a:off x="938213" y="2547938"/>
              <a:ext cx="166688" cy="160338"/>
            </a:xfrm>
            <a:custGeom>
              <a:rect b="b" l="l" r="r" t="t"/>
              <a:pathLst>
                <a:path extrusionOk="0" h="34" w="35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595313" y="4763"/>
              <a:ext cx="638175" cy="4025900"/>
            </a:xfrm>
            <a:custGeom>
              <a:rect b="b" l="l" r="r" t="t"/>
              <a:pathLst>
                <a:path extrusionOk="0" h="2536" w="402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6" name="Google Shape;96;p16"/>
            <p:cNvSpPr/>
            <p:nvPr/>
          </p:nvSpPr>
          <p:spPr>
            <a:xfrm>
              <a:off x="1223963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7" name="Google Shape;97;p16"/>
            <p:cNvSpPr/>
            <p:nvPr/>
          </p:nvSpPr>
          <p:spPr>
            <a:xfrm>
              <a:off x="1300163" y="1849438"/>
              <a:ext cx="109538" cy="107950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280988" y="3417888"/>
              <a:ext cx="142875" cy="474663"/>
            </a:xfrm>
            <a:custGeom>
              <a:rect b="b" l="l" r="r" t="t"/>
              <a:pathLst>
                <a:path extrusionOk="0" h="299" w="9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9" name="Google Shape;99;p16"/>
            <p:cNvSpPr/>
            <p:nvPr/>
          </p:nvSpPr>
          <p:spPr>
            <a:xfrm>
              <a:off x="238125" y="38830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4763" y="2166938"/>
              <a:ext cx="114300" cy="452438"/>
            </a:xfrm>
            <a:custGeom>
              <a:rect b="b" l="l" r="r" t="t"/>
              <a:pathLst>
                <a:path extrusionOk="0" h="285" w="72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1" name="Google Shape;101;p16"/>
            <p:cNvSpPr/>
            <p:nvPr/>
          </p:nvSpPr>
          <p:spPr>
            <a:xfrm>
              <a:off x="52388" y="20669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1319213" y="5041900"/>
              <a:ext cx="371475" cy="1801813"/>
            </a:xfrm>
            <a:custGeom>
              <a:rect b="b" l="l" r="r" t="t"/>
              <a:pathLst>
                <a:path extrusionOk="0" h="1135" w="234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4" name="Google Shape;104;p16"/>
            <p:cNvSpPr/>
            <p:nvPr/>
          </p:nvSpPr>
          <p:spPr>
            <a:xfrm>
              <a:off x="1147763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819150" y="3983038"/>
              <a:ext cx="347663" cy="2860675"/>
            </a:xfrm>
            <a:custGeom>
              <a:rect b="b" l="l" r="r" t="t"/>
              <a:pathLst>
                <a:path extrusionOk="0" h="1802" w="219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6" name="Google Shape;106;p16"/>
            <p:cNvSpPr/>
            <p:nvPr/>
          </p:nvSpPr>
          <p:spPr>
            <a:xfrm>
              <a:off x="728663" y="3806825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1624013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1404938" y="5422900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9" name="Google Shape;109;p16"/>
            <p:cNvSpPr/>
            <p:nvPr/>
          </p:nvSpPr>
          <p:spPr>
            <a:xfrm>
              <a:off x="1666875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10" name="Google Shape;110;p16"/>
            <p:cNvSpPr/>
            <p:nvPr/>
          </p:nvSpPr>
          <p:spPr>
            <a:xfrm>
              <a:off x="1709738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1709738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1766888" y="6330950"/>
              <a:ext cx="419100" cy="527050"/>
            </a:xfrm>
            <a:custGeom>
              <a:rect b="b" l="l" r="r" t="t"/>
              <a:pathLst>
                <a:path extrusionOk="0" h="332" w="264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13" name="Google Shape;113;p16"/>
            <p:cNvSpPr/>
            <p:nvPr/>
          </p:nvSpPr>
          <p:spPr>
            <a:xfrm>
              <a:off x="2147888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504825" y="9525"/>
              <a:ext cx="233363" cy="5103813"/>
            </a:xfrm>
            <a:custGeom>
              <a:rect b="b" l="l" r="r" t="t"/>
              <a:pathLst>
                <a:path extrusionOk="0" h="3215" w="147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15" name="Google Shape;115;p16"/>
            <p:cNvSpPr/>
            <p:nvPr/>
          </p:nvSpPr>
          <p:spPr>
            <a:xfrm>
              <a:off x="633413" y="5103813"/>
              <a:ext cx="185738" cy="185738"/>
            </a:xfrm>
            <a:custGeom>
              <a:rect b="b" l="l" r="r" t="t"/>
              <a:pathLst>
                <a:path extrusionOk="0" h="39" w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6"/>
          <p:cNvSpPr txBox="1"/>
          <p:nvPr>
            <p:ph type="ctrTitle"/>
          </p:nvPr>
        </p:nvSpPr>
        <p:spPr>
          <a:xfrm>
            <a:off x="1407319" y="841772"/>
            <a:ext cx="6593681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6"/>
          <p:cNvSpPr txBox="1"/>
          <p:nvPr>
            <p:ph idx="1" type="subTitle"/>
          </p:nvPr>
        </p:nvSpPr>
        <p:spPr>
          <a:xfrm>
            <a:off x="1407319" y="2701528"/>
            <a:ext cx="6593681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875"/>
              <a:buNone/>
              <a:defRPr sz="1500" cap="none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/>
            </a:lvl3pPr>
            <a:lvl4pPr lvl="3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4pPr>
            <a:lvl5pPr lvl="4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5pPr>
            <a:lvl6pPr lvl="5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6pPr>
            <a:lvl7pPr lvl="6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7pPr>
            <a:lvl8pPr lvl="7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8pPr>
            <a:lvl9pPr lvl="8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9pPr>
          </a:lstStyle>
          <a:p/>
        </p:txBody>
      </p:sp>
      <p:sp>
        <p:nvSpPr>
          <p:cNvPr id="118" name="Google Shape;118;p16"/>
          <p:cNvSpPr txBox="1"/>
          <p:nvPr>
            <p:ph idx="10" type="dt"/>
          </p:nvPr>
        </p:nvSpPr>
        <p:spPr>
          <a:xfrm>
            <a:off x="5308133" y="40576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6"/>
          <p:cNvSpPr txBox="1"/>
          <p:nvPr>
            <p:ph idx="11" type="ftr"/>
          </p:nvPr>
        </p:nvSpPr>
        <p:spPr>
          <a:xfrm>
            <a:off x="1407318" y="4057651"/>
            <a:ext cx="384366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6"/>
          <p:cNvSpPr txBox="1"/>
          <p:nvPr>
            <p:ph idx="12" type="sldNum"/>
          </p:nvPr>
        </p:nvSpPr>
        <p:spPr>
          <a:xfrm>
            <a:off x="7422684" y="4057650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24" name="Google Shape;124;p17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856058" y="1064420"/>
            <a:ext cx="74295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856058" y="3318272"/>
            <a:ext cx="7429500" cy="1031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18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8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8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856058" y="1687114"/>
            <a:ext cx="3658792" cy="2656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6" name="Google Shape;136;p19"/>
          <p:cNvSpPr txBox="1"/>
          <p:nvPr>
            <p:ph idx="2" type="body"/>
          </p:nvPr>
        </p:nvSpPr>
        <p:spPr>
          <a:xfrm>
            <a:off x="4629151" y="1687114"/>
            <a:ext cx="3656408" cy="2656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7" name="Google Shape;137;p19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9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9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856058" y="464345"/>
            <a:ext cx="7429500" cy="11084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1027515" y="1687115"/>
            <a:ext cx="3487337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0"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143" name="Google Shape;143;p20"/>
          <p:cNvSpPr txBox="1"/>
          <p:nvPr>
            <p:ph idx="2" type="body"/>
          </p:nvPr>
        </p:nvSpPr>
        <p:spPr>
          <a:xfrm>
            <a:off x="856058" y="2305048"/>
            <a:ext cx="3658793" cy="2038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44" name="Google Shape;144;p20"/>
          <p:cNvSpPr txBox="1"/>
          <p:nvPr>
            <p:ph idx="3" type="body"/>
          </p:nvPr>
        </p:nvSpPr>
        <p:spPr>
          <a:xfrm>
            <a:off x="4800606" y="1687114"/>
            <a:ext cx="3484952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0"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145" name="Google Shape;145;p20"/>
          <p:cNvSpPr txBox="1"/>
          <p:nvPr>
            <p:ph idx="4" type="body"/>
          </p:nvPr>
        </p:nvSpPr>
        <p:spPr>
          <a:xfrm>
            <a:off x="4629150" y="2305048"/>
            <a:ext cx="3656408" cy="2038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46" name="Google Shape;146;p20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0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0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1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1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1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860029" y="457201"/>
            <a:ext cx="2892028" cy="1229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wentieth Centur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3867150" y="444499"/>
            <a:ext cx="4418407" cy="3898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7" name="Google Shape;157;p22"/>
          <p:cNvSpPr txBox="1"/>
          <p:nvPr>
            <p:ph idx="2" type="body"/>
          </p:nvPr>
        </p:nvSpPr>
        <p:spPr>
          <a:xfrm>
            <a:off x="860029" y="1687114"/>
            <a:ext cx="2892028" cy="2656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/>
        </p:txBody>
      </p:sp>
      <p:sp>
        <p:nvSpPr>
          <p:cNvPr id="158" name="Google Shape;158;p22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2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2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856060" y="457200"/>
            <a:ext cx="4450881" cy="12299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wentieth Centur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3"/>
          <p:cNvSpPr/>
          <p:nvPr>
            <p:ph idx="2" type="pic"/>
          </p:nvPr>
        </p:nvSpPr>
        <p:spPr>
          <a:xfrm>
            <a:off x="5535541" y="457201"/>
            <a:ext cx="2750018" cy="3886199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856058" y="1687114"/>
            <a:ext cx="4450883" cy="2656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/>
        </p:txBody>
      </p:sp>
      <p:sp>
        <p:nvSpPr>
          <p:cNvPr id="165" name="Google Shape;165;p23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3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856058" y="3228499"/>
            <a:ext cx="7434266" cy="6145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wentieth Centur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4"/>
          <p:cNvSpPr/>
          <p:nvPr>
            <p:ph idx="2" type="pic"/>
          </p:nvPr>
        </p:nvSpPr>
        <p:spPr>
          <a:xfrm>
            <a:off x="856058" y="454819"/>
            <a:ext cx="7434266" cy="2474834"/>
          </a:xfrm>
          <a:prstGeom prst="round2DiagRect">
            <a:avLst>
              <a:gd fmla="val 4860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856024" y="3843015"/>
            <a:ext cx="7433144" cy="5118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/>
        </p:txBody>
      </p:sp>
      <p:sp>
        <p:nvSpPr>
          <p:cNvPr id="172" name="Google Shape;172;p24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4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856093" y="457200"/>
            <a:ext cx="7429466" cy="2571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1" type="body"/>
          </p:nvPr>
        </p:nvSpPr>
        <p:spPr>
          <a:xfrm>
            <a:off x="856058" y="3314700"/>
            <a:ext cx="7428344" cy="1028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/>
        </p:txBody>
      </p:sp>
      <p:sp>
        <p:nvSpPr>
          <p:cNvPr id="178" name="Google Shape;178;p25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5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5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type="title"/>
          </p:nvPr>
        </p:nvSpPr>
        <p:spPr>
          <a:xfrm>
            <a:off x="1084659" y="457200"/>
            <a:ext cx="6977064" cy="2061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6"/>
          <p:cNvSpPr txBox="1"/>
          <p:nvPr>
            <p:ph idx="1" type="body"/>
          </p:nvPr>
        </p:nvSpPr>
        <p:spPr>
          <a:xfrm>
            <a:off x="1290484" y="2524168"/>
            <a:ext cx="6564224" cy="411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/>
        </p:txBody>
      </p:sp>
      <p:sp>
        <p:nvSpPr>
          <p:cNvPr id="184" name="Google Shape;184;p26"/>
          <p:cNvSpPr txBox="1"/>
          <p:nvPr>
            <p:ph idx="2" type="body"/>
          </p:nvPr>
        </p:nvSpPr>
        <p:spPr>
          <a:xfrm>
            <a:off x="856058" y="3232439"/>
            <a:ext cx="7429502" cy="1117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/>
        </p:txBody>
      </p:sp>
      <p:sp>
        <p:nvSpPr>
          <p:cNvPr id="185" name="Google Shape;185;p26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6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26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</a:pPr>
            <a:r>
              <a:rPr b="0" lang="en" sz="6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9" name="Google Shape;189;p26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</a:pPr>
            <a:r>
              <a:rPr b="0" lang="en" sz="6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856058" y="1600531"/>
            <a:ext cx="7429501" cy="18838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7"/>
          <p:cNvSpPr txBox="1"/>
          <p:nvPr>
            <p:ph idx="1" type="body"/>
          </p:nvPr>
        </p:nvSpPr>
        <p:spPr>
          <a:xfrm>
            <a:off x="856023" y="3493241"/>
            <a:ext cx="7428379" cy="855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/>
        </p:txBody>
      </p:sp>
      <p:sp>
        <p:nvSpPr>
          <p:cNvPr id="193" name="Google Shape;193;p27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7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7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856058" y="2005847"/>
            <a:ext cx="2397674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0"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199" name="Google Shape;199;p28"/>
          <p:cNvSpPr txBox="1"/>
          <p:nvPr>
            <p:ph idx="2" type="body"/>
          </p:nvPr>
        </p:nvSpPr>
        <p:spPr>
          <a:xfrm>
            <a:off x="845939" y="2520197"/>
            <a:ext cx="2406551" cy="1823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9pPr>
          </a:lstStyle>
          <a:p/>
        </p:txBody>
      </p:sp>
      <p:sp>
        <p:nvSpPr>
          <p:cNvPr id="200" name="Google Shape;200;p28"/>
          <p:cNvSpPr txBox="1"/>
          <p:nvPr>
            <p:ph idx="3" type="body"/>
          </p:nvPr>
        </p:nvSpPr>
        <p:spPr>
          <a:xfrm>
            <a:off x="3386075" y="2008226"/>
            <a:ext cx="2388289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0"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201" name="Google Shape;201;p28"/>
          <p:cNvSpPr txBox="1"/>
          <p:nvPr>
            <p:ph idx="4" type="body"/>
          </p:nvPr>
        </p:nvSpPr>
        <p:spPr>
          <a:xfrm>
            <a:off x="3378160" y="2522576"/>
            <a:ext cx="2396873" cy="1823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9pPr>
          </a:lstStyle>
          <a:p/>
        </p:txBody>
      </p:sp>
      <p:sp>
        <p:nvSpPr>
          <p:cNvPr id="202" name="Google Shape;202;p28"/>
          <p:cNvSpPr txBox="1"/>
          <p:nvPr>
            <p:ph idx="5" type="body"/>
          </p:nvPr>
        </p:nvSpPr>
        <p:spPr>
          <a:xfrm>
            <a:off x="5889332" y="2005847"/>
            <a:ext cx="2396226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0"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203" name="Google Shape;203;p28"/>
          <p:cNvSpPr txBox="1"/>
          <p:nvPr>
            <p:ph idx="6" type="body"/>
          </p:nvPr>
        </p:nvSpPr>
        <p:spPr>
          <a:xfrm>
            <a:off x="5889332" y="2520197"/>
            <a:ext cx="2396226" cy="1823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9pPr>
          </a:lstStyle>
          <a:p/>
        </p:txBody>
      </p:sp>
      <p:sp>
        <p:nvSpPr>
          <p:cNvPr id="204" name="Google Shape;204;p28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8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8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type="title"/>
          </p:nvPr>
        </p:nvSpPr>
        <p:spPr>
          <a:xfrm>
            <a:off x="856059" y="457200"/>
            <a:ext cx="74294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9"/>
          <p:cNvSpPr txBox="1"/>
          <p:nvPr>
            <p:ph idx="1" type="body"/>
          </p:nvPr>
        </p:nvSpPr>
        <p:spPr>
          <a:xfrm>
            <a:off x="856060" y="3303447"/>
            <a:ext cx="2396430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0" sz="15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210" name="Google Shape;210;p29"/>
          <p:cNvSpPr/>
          <p:nvPr>
            <p:ph idx="2" type="pic"/>
          </p:nvPr>
        </p:nvSpPr>
        <p:spPr>
          <a:xfrm>
            <a:off x="856060" y="2000249"/>
            <a:ext cx="2396430" cy="1143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1" name="Google Shape;211;p29"/>
          <p:cNvSpPr txBox="1"/>
          <p:nvPr>
            <p:ph idx="3" type="body"/>
          </p:nvPr>
        </p:nvSpPr>
        <p:spPr>
          <a:xfrm>
            <a:off x="856060" y="3735644"/>
            <a:ext cx="2396430" cy="613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9pPr>
          </a:lstStyle>
          <a:p/>
        </p:txBody>
      </p:sp>
      <p:sp>
        <p:nvSpPr>
          <p:cNvPr id="212" name="Google Shape;212;p29"/>
          <p:cNvSpPr txBox="1"/>
          <p:nvPr>
            <p:ph idx="4" type="body"/>
          </p:nvPr>
        </p:nvSpPr>
        <p:spPr>
          <a:xfrm>
            <a:off x="3366790" y="3303447"/>
            <a:ext cx="2400300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0" sz="15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213" name="Google Shape;213;p29"/>
          <p:cNvSpPr/>
          <p:nvPr>
            <p:ph idx="5" type="pic"/>
          </p:nvPr>
        </p:nvSpPr>
        <p:spPr>
          <a:xfrm>
            <a:off x="3366790" y="2000249"/>
            <a:ext cx="2399205" cy="1143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4" name="Google Shape;214;p29"/>
          <p:cNvSpPr txBox="1"/>
          <p:nvPr>
            <p:ph idx="6" type="body"/>
          </p:nvPr>
        </p:nvSpPr>
        <p:spPr>
          <a:xfrm>
            <a:off x="3365695" y="3735643"/>
            <a:ext cx="2400300" cy="607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9pPr>
          </a:lstStyle>
          <a:p/>
        </p:txBody>
      </p:sp>
      <p:sp>
        <p:nvSpPr>
          <p:cNvPr id="215" name="Google Shape;215;p29"/>
          <p:cNvSpPr txBox="1"/>
          <p:nvPr>
            <p:ph idx="7" type="body"/>
          </p:nvPr>
        </p:nvSpPr>
        <p:spPr>
          <a:xfrm>
            <a:off x="5889426" y="3303446"/>
            <a:ext cx="2393056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0" sz="15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200"/>
            </a:lvl9pPr>
          </a:lstStyle>
          <a:p/>
        </p:txBody>
      </p:sp>
      <p:sp>
        <p:nvSpPr>
          <p:cNvPr id="216" name="Google Shape;216;p29"/>
          <p:cNvSpPr/>
          <p:nvPr>
            <p:ph idx="8" type="pic"/>
          </p:nvPr>
        </p:nvSpPr>
        <p:spPr>
          <a:xfrm>
            <a:off x="5889332" y="2000249"/>
            <a:ext cx="2396227" cy="1143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7" name="Google Shape;217;p29"/>
          <p:cNvSpPr txBox="1"/>
          <p:nvPr>
            <p:ph idx="9" type="body"/>
          </p:nvPr>
        </p:nvSpPr>
        <p:spPr>
          <a:xfrm>
            <a:off x="5889332" y="3735641"/>
            <a:ext cx="2396226" cy="607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9pPr>
          </a:lstStyle>
          <a:p/>
        </p:txBody>
      </p:sp>
      <p:sp>
        <p:nvSpPr>
          <p:cNvPr id="218" name="Google Shape;218;p29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9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9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0"/>
          <p:cNvSpPr txBox="1"/>
          <p:nvPr>
            <p:ph idx="1" type="body"/>
          </p:nvPr>
        </p:nvSpPr>
        <p:spPr>
          <a:xfrm rot="5400000">
            <a:off x="3242667" y="-699492"/>
            <a:ext cx="2656286" cy="7429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4" name="Google Shape;224;p30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0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0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/>
          <p:nvPr>
            <p:ph type="title"/>
          </p:nvPr>
        </p:nvSpPr>
        <p:spPr>
          <a:xfrm rot="5400000">
            <a:off x="5590580" y="1648422"/>
            <a:ext cx="3886201" cy="1503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1"/>
          <p:cNvSpPr txBox="1"/>
          <p:nvPr>
            <p:ph idx="1" type="body"/>
          </p:nvPr>
        </p:nvSpPr>
        <p:spPr>
          <a:xfrm rot="5400000">
            <a:off x="1818678" y="-505421"/>
            <a:ext cx="3886201" cy="5811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30" name="Google Shape;230;p31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1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1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60000">
              <a:srgbClr val="BBDDF5"/>
            </a:gs>
            <a:gs pos="80000">
              <a:srgbClr val="7BBAEA"/>
            </a:gs>
            <a:gs pos="100000">
              <a:srgbClr val="3B95DE"/>
            </a:gs>
          </a:gsLst>
          <a:lin ang="162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13"/>
          <p:cNvPicPr preferRelativeResize="0"/>
          <p:nvPr/>
        </p:nvPicPr>
        <p:blipFill rotWithShape="1">
          <a:blip r:embed="rId1">
            <a:alphaModFix amt="30000"/>
          </a:blip>
          <a:srcRect b="0" l="0" r="0" t="0"/>
          <a:stretch/>
        </p:blipFill>
        <p:spPr>
          <a:xfrm>
            <a:off x="1" y="-1"/>
            <a:ext cx="9144002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7;p13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8" name="Google Shape;8;p13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9" name="Google Shape;9;p13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" name="Google Shape;10;p13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" name="Google Shape;11;p13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" name="Google Shape;12;p13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3" name="Google Shape;13;p13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13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5" name="Google Shape;15;p13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6" name="Google Shape;16;p13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13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13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9" name="Google Shape;19;p13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" name="Google Shape;20;p13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1" name="Google Shape;21;p13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2" name="Google Shape;22;p13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" name="Google Shape;23;p13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4" name="Google Shape;24;p13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13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13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" name="Google Shape;27;p13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13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9" name="Google Shape;29;p13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13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1" name="Google Shape;31;p13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2" name="Google Shape;32;p13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13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13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5" name="Google Shape;35;p13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" name="Google Shape;36;p13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37" name="Google Shape;37;p13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8" name="Google Shape;38;p13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13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13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1" name="Google Shape;41;p13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13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3" name="Google Shape;43;p13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13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5" name="Google Shape;45;p13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13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" name="Google Shape;47;p13"/>
          <p:cNvSpPr txBox="1"/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b="0" i="0" sz="27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13"/>
          <p:cNvSpPr txBox="1"/>
          <p:nvPr>
            <p:ph idx="1" type="body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7663" lvl="1" marL="9144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5756" lvl="2" marL="13716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23850" lvl="3" marL="18288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23850" lvl="4" marL="22860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1944" lvl="5" marL="27432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Font typeface="Arial"/>
              <a:buChar char="•"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1944" lvl="6" marL="32004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Font typeface="Arial"/>
              <a:buChar char="•"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1944" lvl="7" marL="36576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Font typeface="Arial"/>
              <a:buChar char="•"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1944" lvl="8" marL="41148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Font typeface="Arial"/>
              <a:buChar char="•"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idx="10" type="dt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idx="11" type="ftr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b="0" i="0" sz="788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9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7.png"/><Relationship Id="rId8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g1087619c3c5fdaa4_0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1087619c3c5fdaa4_0"/>
          <p:cNvSpPr txBox="1"/>
          <p:nvPr>
            <p:ph type="ctrTitle"/>
          </p:nvPr>
        </p:nvSpPr>
        <p:spPr>
          <a:xfrm>
            <a:off x="0" y="0"/>
            <a:ext cx="9144000" cy="1440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FF0000"/>
                </a:solidFill>
              </a:rPr>
              <a:t>HEART DISEASE</a:t>
            </a:r>
            <a:r>
              <a:rPr lang="en" sz="7200"/>
              <a:t> </a:t>
            </a:r>
            <a:endParaRPr sz="7200"/>
          </a:p>
        </p:txBody>
      </p:sp>
      <p:sp>
        <p:nvSpPr>
          <p:cNvPr id="239" name="Google Shape;239;g1087619c3c5fdaa4_0"/>
          <p:cNvSpPr txBox="1"/>
          <p:nvPr>
            <p:ph idx="1" type="subTitle"/>
          </p:nvPr>
        </p:nvSpPr>
        <p:spPr>
          <a:xfrm>
            <a:off x="1275150" y="1644032"/>
            <a:ext cx="6593700" cy="82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dk2"/>
                </a:solidFill>
              </a:rPr>
              <a:t>PREDICTION</a:t>
            </a:r>
            <a:r>
              <a:rPr lang="en" sz="4800"/>
              <a:t> </a:t>
            </a:r>
            <a:endParaRPr sz="4800"/>
          </a:p>
        </p:txBody>
      </p:sp>
      <p:sp>
        <p:nvSpPr>
          <p:cNvPr id="240" name="Google Shape;240;g1087619c3c5fdaa4_0"/>
          <p:cNvSpPr txBox="1"/>
          <p:nvPr/>
        </p:nvSpPr>
        <p:spPr>
          <a:xfrm>
            <a:off x="2521501" y="3477300"/>
            <a:ext cx="4101000" cy="16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92338"/>
              </a:buClr>
              <a:buSzPts val="2400"/>
              <a:buFont typeface="Lato"/>
              <a:buNone/>
            </a:pPr>
            <a:r>
              <a:rPr b="1" lang="en" sz="2400">
                <a:solidFill>
                  <a:srgbClr val="092338"/>
                </a:solidFill>
                <a:latin typeface="Lato"/>
                <a:ea typeface="Lato"/>
                <a:cs typeface="Lato"/>
                <a:sym typeface="Lato"/>
              </a:rPr>
              <a:t>Name: Kehinde Olukosi</a:t>
            </a:r>
            <a:endParaRPr b="1" sz="2400">
              <a:solidFill>
                <a:srgbClr val="092338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t/>
            </a:r>
            <a:endParaRPr b="1" sz="1800">
              <a:solidFill>
                <a:srgbClr val="092338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92338"/>
              </a:buClr>
              <a:buSzPts val="1800"/>
              <a:buFont typeface="Lato"/>
              <a:buNone/>
            </a:pPr>
            <a:r>
              <a:rPr b="1" lang="en" sz="1800">
                <a:solidFill>
                  <a:srgbClr val="092338"/>
                </a:solidFill>
                <a:latin typeface="Lato"/>
                <a:ea typeface="Lato"/>
                <a:cs typeface="Lato"/>
                <a:sym typeface="Lato"/>
              </a:rPr>
              <a:t>Group: 3MTT C2 Data Science(105)</a:t>
            </a:r>
            <a:endParaRPr b="1" sz="1800">
              <a:solidFill>
                <a:srgbClr val="092338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t/>
            </a:r>
            <a:endParaRPr b="1" sz="1800">
              <a:solidFill>
                <a:srgbClr val="092338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92338"/>
              </a:buClr>
              <a:buSzPts val="1800"/>
              <a:buFont typeface="Lato"/>
              <a:buNone/>
            </a:pPr>
            <a:r>
              <a:rPr b="1" lang="en" sz="1800">
                <a:solidFill>
                  <a:srgbClr val="092338"/>
                </a:solidFill>
                <a:latin typeface="Lato"/>
                <a:ea typeface="Lato"/>
                <a:cs typeface="Lato"/>
                <a:sym typeface="Lato"/>
              </a:rPr>
              <a:t>Mentor Name: Odunayo Babatope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67d9c75e4_0_7"/>
          <p:cNvSpPr txBox="1"/>
          <p:nvPr/>
        </p:nvSpPr>
        <p:spPr>
          <a:xfrm>
            <a:off x="712950" y="254001"/>
            <a:ext cx="77181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PROBLEM STATEMENT</a:t>
            </a:r>
            <a:endParaRPr b="1" sz="4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6" name="Google Shape;246;g3d67d9c75e4_0_7"/>
          <p:cNvSpPr txBox="1"/>
          <p:nvPr>
            <p:ph idx="4294967295" type="title"/>
          </p:nvPr>
        </p:nvSpPr>
        <p:spPr>
          <a:xfrm>
            <a:off x="1129158" y="1109329"/>
            <a:ext cx="58071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SzPts val="4800"/>
              <a:buFont typeface="Twentieth Century"/>
              <a:buNone/>
            </a:pPr>
            <a:r>
              <a:rPr lang="en" sz="3000">
                <a:solidFill>
                  <a:schemeClr val="dk2"/>
                </a:solidFill>
              </a:rPr>
              <a:t>Heart Disease in Nigeria</a:t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247" name="Google Shape;247;g3d67d9c75e4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150" y="1953675"/>
            <a:ext cx="2835999" cy="1316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d67d9c75e4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8850" y="2011163"/>
            <a:ext cx="2835999" cy="131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3d67d9c75e4_0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9150" y="3480225"/>
            <a:ext cx="2835999" cy="1316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d67d9c75e4_0_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78850" y="3480212"/>
            <a:ext cx="2835999" cy="131672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d67d9c75e4_0_7"/>
          <p:cNvSpPr txBox="1"/>
          <p:nvPr/>
        </p:nvSpPr>
        <p:spPr>
          <a:xfrm>
            <a:off x="2966750" y="2270325"/>
            <a:ext cx="816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2"/>
                </a:solidFill>
              </a:rPr>
              <a:t>🩺</a:t>
            </a:r>
            <a:endParaRPr sz="3600"/>
          </a:p>
        </p:txBody>
      </p:sp>
      <p:sp>
        <p:nvSpPr>
          <p:cNvPr id="252" name="Google Shape;252;g3d67d9c75e4_0_7"/>
          <p:cNvSpPr txBox="1"/>
          <p:nvPr/>
        </p:nvSpPr>
        <p:spPr>
          <a:xfrm>
            <a:off x="2427000" y="3726438"/>
            <a:ext cx="14754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2"/>
                </a:solidFill>
              </a:rPr>
              <a:t>💸</a:t>
            </a:r>
            <a:endParaRPr sz="3600"/>
          </a:p>
        </p:txBody>
      </p:sp>
      <p:sp>
        <p:nvSpPr>
          <p:cNvPr id="253" name="Google Shape;253;g3d67d9c75e4_0_7"/>
          <p:cNvSpPr txBox="1"/>
          <p:nvPr/>
        </p:nvSpPr>
        <p:spPr>
          <a:xfrm>
            <a:off x="6936250" y="3796875"/>
            <a:ext cx="8802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2"/>
                </a:solidFill>
              </a:rPr>
              <a:t>🕒</a:t>
            </a:r>
            <a:endParaRPr sz="3600"/>
          </a:p>
        </p:txBody>
      </p:sp>
      <p:pic>
        <p:nvPicPr>
          <p:cNvPr id="254" name="Google Shape;254;g3d67d9c75e4_0_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34650" y="2327825"/>
            <a:ext cx="683400" cy="68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"/>
          <p:cNvSpPr txBox="1"/>
          <p:nvPr>
            <p:ph type="title"/>
          </p:nvPr>
        </p:nvSpPr>
        <p:spPr>
          <a:xfrm>
            <a:off x="884700" y="1275875"/>
            <a:ext cx="7374600" cy="10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SzPts val="4800"/>
              <a:buFont typeface="Twentieth Century"/>
              <a:buNone/>
            </a:pPr>
            <a:r>
              <a:rPr lang="en" sz="3000">
                <a:solidFill>
                  <a:schemeClr val="dk2"/>
                </a:solidFill>
              </a:rPr>
              <a:t>AI-POWERED HEART DISEASE PREDICTION WEB APP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260" name="Google Shape;260;p4"/>
          <p:cNvSpPr txBox="1"/>
          <p:nvPr/>
        </p:nvSpPr>
        <p:spPr>
          <a:xfrm>
            <a:off x="1503000" y="2402425"/>
            <a:ext cx="61380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🌐  </a:t>
            </a:r>
            <a:r>
              <a:rPr b="0" i="0" lang="en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Accessible on the web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🩺  No specialized equipment needed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🔍  Explainable AI insights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👨‍⚕️  Final diagnosis by physician</a:t>
            </a:r>
            <a:endParaRPr b="0" i="0" sz="20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1" name="Google Shape;261;p4"/>
          <p:cNvSpPr txBox="1"/>
          <p:nvPr/>
        </p:nvSpPr>
        <p:spPr>
          <a:xfrm>
            <a:off x="1193850" y="201075"/>
            <a:ext cx="6756300" cy="101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PROJECT OVERVIEW</a:t>
            </a:r>
            <a:endParaRPr b="1" sz="4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"/>
          <p:cNvSpPr/>
          <p:nvPr/>
        </p:nvSpPr>
        <p:spPr>
          <a:xfrm>
            <a:off x="2195649" y="1819425"/>
            <a:ext cx="2038200" cy="8382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522300" y="1812117"/>
            <a:ext cx="1483800" cy="5829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8" name="Google Shape;268;p5"/>
          <p:cNvSpPr txBox="1"/>
          <p:nvPr>
            <p:ph type="title"/>
          </p:nvPr>
        </p:nvSpPr>
        <p:spPr>
          <a:xfrm>
            <a:off x="562433" y="1815775"/>
            <a:ext cx="1407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Twentieth Century"/>
              <a:buNone/>
            </a:pPr>
            <a:r>
              <a:rPr lang="en" sz="2100"/>
              <a:t>THE DATA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SzPts val="4800"/>
              <a:buFont typeface="Twentieth Century"/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269" name="Google Shape;269;p5"/>
          <p:cNvSpPr txBox="1"/>
          <p:nvPr>
            <p:ph idx="4294967295" type="title"/>
          </p:nvPr>
        </p:nvSpPr>
        <p:spPr>
          <a:xfrm>
            <a:off x="2214900" y="1815775"/>
            <a:ext cx="20382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wentieth Century"/>
              <a:buNone/>
            </a:pPr>
            <a:r>
              <a:rPr lang="en" sz="2100"/>
              <a:t>PROGRAMMING LANGUAGE</a:t>
            </a:r>
            <a:endParaRPr b="0" sz="1400">
              <a:solidFill>
                <a:schemeClr val="lt1"/>
              </a:solidFill>
            </a:endParaRPr>
          </a:p>
        </p:txBody>
      </p:sp>
      <p:sp>
        <p:nvSpPr>
          <p:cNvPr id="270" name="Google Shape;270;p5"/>
          <p:cNvSpPr txBox="1"/>
          <p:nvPr>
            <p:ph idx="4294967295" type="title"/>
          </p:nvPr>
        </p:nvSpPr>
        <p:spPr>
          <a:xfrm>
            <a:off x="261150" y="404831"/>
            <a:ext cx="86217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</a:pPr>
            <a:r>
              <a:rPr b="1" lang="en" sz="4800"/>
              <a:t>TECHNICAL FEATURES/TOOLS</a:t>
            </a:r>
            <a:endParaRPr b="1" sz="4800"/>
          </a:p>
        </p:txBody>
      </p:sp>
      <p:sp>
        <p:nvSpPr>
          <p:cNvPr id="271" name="Google Shape;271;p5"/>
          <p:cNvSpPr/>
          <p:nvPr/>
        </p:nvSpPr>
        <p:spPr>
          <a:xfrm>
            <a:off x="5850255" y="1888197"/>
            <a:ext cx="1083600" cy="5100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2" name="Google Shape;272;p5"/>
          <p:cNvSpPr txBox="1"/>
          <p:nvPr/>
        </p:nvSpPr>
        <p:spPr>
          <a:xfrm>
            <a:off x="522299" y="2858300"/>
            <a:ext cx="148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Raleway"/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UCI Heart Disease Dataset</a:t>
            </a:r>
            <a:endParaRPr b="1"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3" name="Google Shape;273;p5"/>
          <p:cNvSpPr txBox="1"/>
          <p:nvPr/>
        </p:nvSpPr>
        <p:spPr>
          <a:xfrm>
            <a:off x="2214900" y="2856646"/>
            <a:ext cx="117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Raleway"/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  <a:endParaRPr b="1"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4472428" y="1816821"/>
            <a:ext cx="769200" cy="5100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4C11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5" name="Google Shape;275;p5"/>
          <p:cNvSpPr txBox="1"/>
          <p:nvPr/>
        </p:nvSpPr>
        <p:spPr>
          <a:xfrm>
            <a:off x="4461908" y="1816818"/>
            <a:ext cx="7692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aleway"/>
              <a:buNone/>
            </a:pPr>
            <a:r>
              <a:rPr b="1" lang="en" sz="2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EDA</a:t>
            </a:r>
            <a:endParaRPr b="1" sz="2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6" name="Google Shape;276;p5"/>
          <p:cNvSpPr txBox="1"/>
          <p:nvPr/>
        </p:nvSpPr>
        <p:spPr>
          <a:xfrm>
            <a:off x="4461900" y="2858292"/>
            <a:ext cx="14076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14300" lvl="0" marL="114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Pandas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14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Seaborn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14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Numpy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14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Matplotlib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" name="Google Shape;277;p5"/>
          <p:cNvSpPr txBox="1"/>
          <p:nvPr/>
        </p:nvSpPr>
        <p:spPr>
          <a:xfrm>
            <a:off x="5850250" y="2856650"/>
            <a:ext cx="1306500" cy="18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14300" lvl="0" marL="114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Sklearn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Random Forest Classifier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wentieth Century"/>
              <a:buNone/>
            </a:pPr>
            <a:r>
              <a:t/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114300" lvl="0" marL="114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Joblib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7349120" y="1895342"/>
            <a:ext cx="1083600" cy="5100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274E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9" name="Google Shape;279;p5"/>
          <p:cNvSpPr txBox="1"/>
          <p:nvPr/>
        </p:nvSpPr>
        <p:spPr>
          <a:xfrm>
            <a:off x="7305925" y="2858303"/>
            <a:ext cx="1170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Streamlit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0" name="Google Shape;280;p5"/>
          <p:cNvSpPr txBox="1"/>
          <p:nvPr>
            <p:ph idx="4294967295" type="title"/>
          </p:nvPr>
        </p:nvSpPr>
        <p:spPr>
          <a:xfrm>
            <a:off x="5916630" y="1883764"/>
            <a:ext cx="10173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100"/>
              <a:buFont typeface="Twentieth Century"/>
              <a:buNone/>
            </a:pPr>
            <a:r>
              <a:rPr lang="en" sz="2100"/>
              <a:t>MODEL</a:t>
            </a:r>
            <a:endParaRPr b="0" sz="1400">
              <a:solidFill>
                <a:schemeClr val="lt1"/>
              </a:solidFill>
            </a:endParaRPr>
          </a:p>
        </p:txBody>
      </p:sp>
      <p:sp>
        <p:nvSpPr>
          <p:cNvPr id="281" name="Google Shape;281;p5"/>
          <p:cNvSpPr txBox="1"/>
          <p:nvPr>
            <p:ph idx="4294967295" type="title"/>
          </p:nvPr>
        </p:nvSpPr>
        <p:spPr>
          <a:xfrm>
            <a:off x="7417815" y="1891712"/>
            <a:ext cx="10827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100"/>
              <a:buFont typeface="Twentieth Century"/>
              <a:buNone/>
            </a:pPr>
            <a:r>
              <a:rPr lang="en" sz="2100"/>
              <a:t>APP</a:t>
            </a:r>
            <a:endParaRPr b="0"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ec9770ad5_0_0"/>
          <p:cNvSpPr txBox="1"/>
          <p:nvPr>
            <p:ph type="title"/>
          </p:nvPr>
        </p:nvSpPr>
        <p:spPr>
          <a:xfrm>
            <a:off x="193975" y="83100"/>
            <a:ext cx="8756100" cy="1489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INSIGHTS FROM EXPLORATORY DATA ANALYSIS (EDA)</a:t>
            </a:r>
            <a:endParaRPr sz="4800"/>
          </a:p>
        </p:txBody>
      </p:sp>
      <p:sp>
        <p:nvSpPr>
          <p:cNvPr id="287" name="Google Shape;287;g3dec9770ad5_0_0"/>
          <p:cNvSpPr txBox="1"/>
          <p:nvPr>
            <p:ph idx="1" type="body"/>
          </p:nvPr>
        </p:nvSpPr>
        <p:spPr>
          <a:xfrm>
            <a:off x="856050" y="1687127"/>
            <a:ext cx="7429500" cy="310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g3dec9770ad5_0_0"/>
          <p:cNvPicPr preferRelativeResize="0"/>
          <p:nvPr/>
        </p:nvPicPr>
        <p:blipFill rotWithShape="1">
          <a:blip r:embed="rId3">
            <a:alphaModFix/>
          </a:blip>
          <a:srcRect b="0" l="0" r="-1760" t="0"/>
          <a:stretch/>
        </p:blipFill>
        <p:spPr>
          <a:xfrm>
            <a:off x="856050" y="1687125"/>
            <a:ext cx="3715950" cy="3098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3dec9770ad5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9600" y="1687125"/>
            <a:ext cx="3715951" cy="1489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dec9770ad5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9600" y="3176725"/>
            <a:ext cx="3715950" cy="160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dec9770ad5_0_0"/>
          <p:cNvSpPr/>
          <p:nvPr/>
        </p:nvSpPr>
        <p:spPr>
          <a:xfrm>
            <a:off x="784200" y="1572600"/>
            <a:ext cx="7573200" cy="3407400"/>
          </a:xfrm>
          <a:prstGeom prst="roundRect">
            <a:avLst>
              <a:gd fmla="val 16667" name="adj"/>
            </a:avLst>
          </a:prstGeom>
          <a:noFill/>
          <a:ln cap="flat" cmpd="sng" w="1143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38100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ec9770ad5_0_8"/>
          <p:cNvSpPr txBox="1"/>
          <p:nvPr>
            <p:ph type="title"/>
          </p:nvPr>
        </p:nvSpPr>
        <p:spPr>
          <a:xfrm>
            <a:off x="857260" y="380761"/>
            <a:ext cx="7429500" cy="1108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MODEL EVALUATION</a:t>
            </a:r>
            <a:endParaRPr b="1" sz="4800"/>
          </a:p>
        </p:txBody>
      </p:sp>
      <p:sp>
        <p:nvSpPr>
          <p:cNvPr id="297" name="Google Shape;297;g3dec9770ad5_0_8"/>
          <p:cNvSpPr txBox="1"/>
          <p:nvPr>
            <p:ph idx="1" type="body"/>
          </p:nvPr>
        </p:nvSpPr>
        <p:spPr>
          <a:xfrm>
            <a:off x="856050" y="1687126"/>
            <a:ext cx="7429500" cy="304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g3dec9770ad5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050" y="1687125"/>
            <a:ext cx="3657165" cy="3045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9" name="Google Shape;299;g3dec9770ad5_0_8"/>
          <p:cNvGraphicFramePr/>
          <p:nvPr/>
        </p:nvGraphicFramePr>
        <p:xfrm>
          <a:off x="4571988" y="1687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{0BF0302D-E928-4E1E-B700-9AC6324539CE}</a:tableStyleId>
              </a:tblPr>
              <a:tblGrid>
                <a:gridCol w="1219050"/>
                <a:gridCol w="1219050"/>
                <a:gridCol w="1219050"/>
              </a:tblGrid>
              <a:tr h="9207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 Forest Classification Report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53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Precision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Recall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f1-score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0.97	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15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ROC AUC Score: 0.98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53115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Accuracy: 0.9854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9"/>
          <p:cNvPicPr preferRelativeResize="0"/>
          <p:nvPr/>
        </p:nvPicPr>
        <p:blipFill rotWithShape="1">
          <a:blip r:embed="rId3">
            <a:alphaModFix/>
          </a:blip>
          <a:srcRect b="0" l="0" r="9297" t="0"/>
          <a:stretch/>
        </p:blipFill>
        <p:spPr>
          <a:xfrm>
            <a:off x="689625" y="1238475"/>
            <a:ext cx="3639725" cy="341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9"/>
          <p:cNvPicPr preferRelativeResize="0"/>
          <p:nvPr/>
        </p:nvPicPr>
        <p:blipFill rotWithShape="1">
          <a:blip r:embed="rId4">
            <a:alphaModFix/>
          </a:blip>
          <a:srcRect b="0" l="0" r="16590" t="0"/>
          <a:stretch/>
        </p:blipFill>
        <p:spPr>
          <a:xfrm>
            <a:off x="4840150" y="1238474"/>
            <a:ext cx="3639725" cy="3474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9"/>
          <p:cNvSpPr txBox="1"/>
          <p:nvPr/>
        </p:nvSpPr>
        <p:spPr>
          <a:xfrm>
            <a:off x="5" y="144075"/>
            <a:ext cx="91440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"/>
              <a:buNone/>
            </a:pPr>
            <a:r>
              <a:rPr b="1" lang="en" sz="4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APP</a:t>
            </a:r>
            <a:endParaRPr b="1" sz="4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550" y="696275"/>
            <a:ext cx="5056775" cy="375094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0"/>
          <p:cNvSpPr txBox="1"/>
          <p:nvPr/>
        </p:nvSpPr>
        <p:spPr>
          <a:xfrm>
            <a:off x="6078475" y="628050"/>
            <a:ext cx="2363100" cy="38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ato"/>
              <a:buNone/>
            </a:pPr>
            <a:r>
              <a:t/>
            </a:r>
            <a:endParaRPr b="1" sz="2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ato"/>
              <a:buNone/>
            </a:pPr>
            <a:r>
              <a:rPr b="1" lang="en" sz="2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</a:t>
            </a:r>
            <a:r>
              <a:rPr b="1" lang="en" sz="2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eatures</a:t>
            </a:r>
            <a:r>
              <a:rPr b="1" lang="en" sz="2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Contributing to the Prediction</a:t>
            </a:r>
            <a:endParaRPr b="1" sz="2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67d9c75e4_0_23"/>
          <p:cNvSpPr txBox="1"/>
          <p:nvPr/>
        </p:nvSpPr>
        <p:spPr>
          <a:xfrm>
            <a:off x="1195506" y="367879"/>
            <a:ext cx="6753000" cy="1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CONCLUSION</a:t>
            </a:r>
            <a:endParaRPr b="1" sz="4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18" name="Google Shape;318;g3d67d9c75e4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560" y="1655317"/>
            <a:ext cx="2954375" cy="13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d67d9c75e4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7298" y="1655317"/>
            <a:ext cx="2954384" cy="13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g3d67d9c75e4_0_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6560" y="3524277"/>
            <a:ext cx="2954375" cy="1371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g3d67d9c75e4_0_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7310" y="3524284"/>
            <a:ext cx="2954374" cy="1371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g3d67d9c75e4_0_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408081">
            <a:off x="5270622" y="3630876"/>
            <a:ext cx="555504" cy="555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g3d67d9c75e4_0_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1546057">
            <a:off x="6839042" y="3818742"/>
            <a:ext cx="782750" cy="78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3d67d9c75e4_0_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30474" y="3912287"/>
            <a:ext cx="652313" cy="78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3d67d9c75e4_0_23"/>
          <p:cNvPicPr preferRelativeResize="0"/>
          <p:nvPr/>
        </p:nvPicPr>
        <p:blipFill rotWithShape="1">
          <a:blip r:embed="rId10">
            <a:alphaModFix/>
          </a:blip>
          <a:srcRect b="38195" l="0" r="0" t="0"/>
          <a:stretch/>
        </p:blipFill>
        <p:spPr>
          <a:xfrm>
            <a:off x="3230475" y="1954675"/>
            <a:ext cx="886800" cy="6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3d67d9c75e4_0_23"/>
          <p:cNvSpPr txBox="1"/>
          <p:nvPr/>
        </p:nvSpPr>
        <p:spPr>
          <a:xfrm>
            <a:off x="5567750" y="1884222"/>
            <a:ext cx="6522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💎</a:t>
            </a:r>
            <a:endParaRPr/>
          </a:p>
        </p:txBody>
      </p:sp>
      <p:sp>
        <p:nvSpPr>
          <p:cNvPr id="327" name="Google Shape;327;g3d67d9c75e4_0_23"/>
          <p:cNvSpPr txBox="1"/>
          <p:nvPr/>
        </p:nvSpPr>
        <p:spPr>
          <a:xfrm>
            <a:off x="5567750" y="2009118"/>
            <a:ext cx="372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💎</a:t>
            </a:r>
            <a:endParaRPr/>
          </a:p>
        </p:txBody>
      </p:sp>
      <p:sp>
        <p:nvSpPr>
          <p:cNvPr id="328" name="Google Shape;328;g3d67d9c75e4_0_23"/>
          <p:cNvSpPr txBox="1"/>
          <p:nvPr/>
        </p:nvSpPr>
        <p:spPr>
          <a:xfrm>
            <a:off x="5809200" y="1954682"/>
            <a:ext cx="6396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💎</a:t>
            </a:r>
            <a:endParaRPr/>
          </a:p>
        </p:txBody>
      </p:sp>
      <p:sp>
        <p:nvSpPr>
          <p:cNvPr id="329" name="Google Shape;329;g3d67d9c75e4_0_23"/>
          <p:cNvSpPr txBox="1"/>
          <p:nvPr/>
        </p:nvSpPr>
        <p:spPr>
          <a:xfrm>
            <a:off x="1779807" y="1884225"/>
            <a:ext cx="3000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📈</a:t>
            </a:r>
            <a:endParaRPr/>
          </a:p>
        </p:txBody>
      </p:sp>
      <p:pic>
        <p:nvPicPr>
          <p:cNvPr id="330" name="Google Shape;330;g3d67d9c75e4_0_2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839049" y="1949786"/>
            <a:ext cx="782750" cy="782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3d67d9c75e4_0_23"/>
          <p:cNvSpPr txBox="1"/>
          <p:nvPr/>
        </p:nvSpPr>
        <p:spPr>
          <a:xfrm>
            <a:off x="1828800" y="3851563"/>
            <a:ext cx="3000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🚧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"/>
          <p:cNvSpPr txBox="1"/>
          <p:nvPr>
            <p:ph type="title"/>
          </p:nvPr>
        </p:nvSpPr>
        <p:spPr>
          <a:xfrm>
            <a:off x="294762" y="2236788"/>
            <a:ext cx="8554500" cy="22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Twentieth Century"/>
              <a:buNone/>
            </a:pPr>
            <a:r>
              <a:rPr b="1" lang="en" sz="9600"/>
              <a:t>THANK YOU</a:t>
            </a:r>
            <a:endParaRPr b="1" sz="9600"/>
          </a:p>
        </p:txBody>
      </p:sp>
      <p:sp>
        <p:nvSpPr>
          <p:cNvPr id="337" name="Google Shape;337;p12"/>
          <p:cNvSpPr txBox="1"/>
          <p:nvPr/>
        </p:nvSpPr>
        <p:spPr>
          <a:xfrm>
            <a:off x="1112100" y="4513800"/>
            <a:ext cx="6919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None/>
            </a:pPr>
            <a:r>
              <a:rPr b="1" lang="en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Kehinde Olukosi | kenoladanolu@gmail.com</a:t>
            </a:r>
            <a:endParaRPr b="1"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8" name="Google Shape;338;p12"/>
          <p:cNvSpPr txBox="1"/>
          <p:nvPr/>
        </p:nvSpPr>
        <p:spPr>
          <a:xfrm>
            <a:off x="-1" y="2050472"/>
            <a:ext cx="914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39" name="Google Shape;33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0850" y="193964"/>
            <a:ext cx="3882300" cy="2602800"/>
          </a:xfrm>
          <a:prstGeom prst="ellipse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